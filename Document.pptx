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4"/>
  </p:notesMasterIdLst>
  <p:handoutMasterIdLst>
    <p:handoutMasterId r:id="rId25"/>
  </p:handoutMasterIdLst>
  <p:sldIdLst>
    <p:sldId id="338" r:id="rId5"/>
    <p:sldId id="327" r:id="rId6"/>
    <p:sldId id="315" r:id="rId7"/>
    <p:sldId id="329" r:id="rId8"/>
    <p:sldId id="302" r:id="rId9"/>
    <p:sldId id="339" r:id="rId10"/>
    <p:sldId id="340" r:id="rId11"/>
    <p:sldId id="344" r:id="rId12"/>
    <p:sldId id="345" r:id="rId13"/>
    <p:sldId id="346" r:id="rId14"/>
    <p:sldId id="350" r:id="rId15"/>
    <p:sldId id="349" r:id="rId16"/>
    <p:sldId id="348" r:id="rId17"/>
    <p:sldId id="347" r:id="rId18"/>
    <p:sldId id="351" r:id="rId19"/>
    <p:sldId id="341" r:id="rId20"/>
    <p:sldId id="342" r:id="rId21"/>
    <p:sldId id="343" r:id="rId22"/>
    <p:sldId id="30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1EDFF2-E4A9-41DE-BAAC-03CC0450090E}" v="102" dt="2026-09-09T18:53:31.35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 keshav Thatipelly" userId="a73bd5fca7e2a3ef" providerId="LiveId" clId="{6FE511EE-FDDE-499D-99AA-A64C1C00CF5D}"/>
    <pc:docChg chg="undo custSel addSld delSld modSld">
      <pc:chgData name="shiva keshav Thatipelly" userId="a73bd5fca7e2a3ef" providerId="LiveId" clId="{6FE511EE-FDDE-499D-99AA-A64C1C00CF5D}" dt="2026-09-09T18:59:05.967" v="231" actId="22"/>
      <pc:docMkLst>
        <pc:docMk/>
      </pc:docMkLst>
      <pc:sldChg chg="modSp mod modAnim">
        <pc:chgData name="shiva keshav Thatipelly" userId="a73bd5fca7e2a3ef" providerId="LiveId" clId="{6FE511EE-FDDE-499D-99AA-A64C1C00CF5D}" dt="2026-09-09T18:23:12.186" v="108" actId="1076"/>
        <pc:sldMkLst>
          <pc:docMk/>
          <pc:sldMk cId="1341901065" sldId="302"/>
        </pc:sldMkLst>
        <pc:spChg chg="mod">
          <ac:chgData name="shiva keshav Thatipelly" userId="a73bd5fca7e2a3ef" providerId="LiveId" clId="{6FE511EE-FDDE-499D-99AA-A64C1C00CF5D}" dt="2026-09-09T18:23:12.186" v="108" actId="1076"/>
          <ac:spMkLst>
            <pc:docMk/>
            <pc:sldMk cId="1341901065" sldId="302"/>
            <ac:spMk id="7" creationId="{B21C28F5-3CA3-4B78-B5C9-550C00BB3174}"/>
          </ac:spMkLst>
        </pc:spChg>
        <pc:spChg chg="mod">
          <ac:chgData name="shiva keshav Thatipelly" userId="a73bd5fca7e2a3ef" providerId="LiveId" clId="{6FE511EE-FDDE-499D-99AA-A64C1C00CF5D}" dt="2026-09-09T18:23:05.406" v="107" actId="1076"/>
          <ac:spMkLst>
            <pc:docMk/>
            <pc:sldMk cId="1341901065" sldId="302"/>
            <ac:spMk id="9" creationId="{FEF304F5-32C5-4869-B185-859B567855A8}"/>
          </ac:spMkLst>
        </pc:spChg>
      </pc:sldChg>
      <pc:sldChg chg="addSp delSp modSp mod delAnim">
        <pc:chgData name="shiva keshav Thatipelly" userId="a73bd5fca7e2a3ef" providerId="LiveId" clId="{6FE511EE-FDDE-499D-99AA-A64C1C00CF5D}" dt="2026-09-09T18:59:05.967" v="231" actId="22"/>
        <pc:sldMkLst>
          <pc:docMk/>
          <pc:sldMk cId="3401748718" sldId="304"/>
        </pc:sldMkLst>
        <pc:spChg chg="add del mod">
          <ac:chgData name="shiva keshav Thatipelly" userId="a73bd5fca7e2a3ef" providerId="LiveId" clId="{6FE511EE-FDDE-499D-99AA-A64C1C00CF5D}" dt="2026-09-09T18:59:05.967" v="231" actId="22"/>
          <ac:spMkLst>
            <pc:docMk/>
            <pc:sldMk cId="3401748718" sldId="304"/>
            <ac:spMk id="4" creationId="{09D990E4-03A6-E701-803F-34F34C8A071E}"/>
          </ac:spMkLst>
        </pc:spChg>
        <pc:spChg chg="add del mod">
          <ac:chgData name="shiva keshav Thatipelly" userId="a73bd5fca7e2a3ef" providerId="LiveId" clId="{6FE511EE-FDDE-499D-99AA-A64C1C00CF5D}" dt="2026-09-09T18:53:28.808" v="196" actId="478"/>
          <ac:spMkLst>
            <pc:docMk/>
            <pc:sldMk cId="3401748718" sldId="304"/>
            <ac:spMk id="4" creationId="{22F89649-CC85-69D9-C49B-76E7D5F4B3BF}"/>
          </ac:spMkLst>
        </pc:spChg>
        <pc:spChg chg="add mod">
          <ac:chgData name="shiva keshav Thatipelly" userId="a73bd5fca7e2a3ef" providerId="LiveId" clId="{6FE511EE-FDDE-499D-99AA-A64C1C00CF5D}" dt="2026-09-09T18:53:44.151" v="223" actId="20577"/>
          <ac:spMkLst>
            <pc:docMk/>
            <pc:sldMk cId="3401748718" sldId="304"/>
            <ac:spMk id="5" creationId="{3EE7841F-727B-28F1-FBE9-090414B1D861}"/>
          </ac:spMkLst>
        </pc:spChg>
        <pc:spChg chg="add">
          <ac:chgData name="shiva keshav Thatipelly" userId="a73bd5fca7e2a3ef" providerId="LiveId" clId="{6FE511EE-FDDE-499D-99AA-A64C1C00CF5D}" dt="2026-09-09T18:54:48.843" v="227" actId="22"/>
          <ac:spMkLst>
            <pc:docMk/>
            <pc:sldMk cId="3401748718" sldId="304"/>
            <ac:spMk id="7" creationId="{D3602B9F-1792-1E2A-B508-0A93661C90A0}"/>
          </ac:spMkLst>
        </pc:spChg>
        <pc:spChg chg="del">
          <ac:chgData name="shiva keshav Thatipelly" userId="a73bd5fca7e2a3ef" providerId="LiveId" clId="{6FE511EE-FDDE-499D-99AA-A64C1C00CF5D}" dt="2026-09-09T18:53:18.005" v="194" actId="478"/>
          <ac:spMkLst>
            <pc:docMk/>
            <pc:sldMk cId="3401748718" sldId="304"/>
            <ac:spMk id="12" creationId="{BC277FD7-925B-4C3D-A364-118403201507}"/>
          </ac:spMkLst>
        </pc:spChg>
        <pc:spChg chg="del">
          <ac:chgData name="shiva keshav Thatipelly" userId="a73bd5fca7e2a3ef" providerId="LiveId" clId="{6FE511EE-FDDE-499D-99AA-A64C1C00CF5D}" dt="2026-09-09T18:53:18.005" v="194" actId="478"/>
          <ac:spMkLst>
            <pc:docMk/>
            <pc:sldMk cId="3401748718" sldId="304"/>
            <ac:spMk id="31" creationId="{97AB1F14-3A1E-4057-A473-9975BA59F012}"/>
          </ac:spMkLst>
        </pc:spChg>
      </pc:sldChg>
      <pc:sldChg chg="modSp">
        <pc:chgData name="shiva keshav Thatipelly" userId="a73bd5fca7e2a3ef" providerId="LiveId" clId="{6FE511EE-FDDE-499D-99AA-A64C1C00CF5D}" dt="2026-09-09T18:21:39.646" v="84" actId="20577"/>
        <pc:sldMkLst>
          <pc:docMk/>
          <pc:sldMk cId="3696770303" sldId="315"/>
        </pc:sldMkLst>
        <pc:spChg chg="mod">
          <ac:chgData name="shiva keshav Thatipelly" userId="a73bd5fca7e2a3ef" providerId="LiveId" clId="{6FE511EE-FDDE-499D-99AA-A64C1C00CF5D}" dt="2026-09-09T18:21:39.646" v="84" actId="20577"/>
          <ac:spMkLst>
            <pc:docMk/>
            <pc:sldMk cId="3696770303" sldId="315"/>
            <ac:spMk id="3" creationId="{EBF2FBC7-3552-4F01-BB27-8BEEE74F7277}"/>
          </ac:spMkLst>
        </pc:spChg>
      </pc:sldChg>
      <pc:sldChg chg="modSp">
        <pc:chgData name="shiva keshav Thatipelly" userId="a73bd5fca7e2a3ef" providerId="LiveId" clId="{6FE511EE-FDDE-499D-99AA-A64C1C00CF5D}" dt="2026-09-09T18:20:07.349" v="71" actId="20577"/>
        <pc:sldMkLst>
          <pc:docMk/>
          <pc:sldMk cId="3098548442" sldId="327"/>
        </pc:sldMkLst>
        <pc:spChg chg="mod">
          <ac:chgData name="shiva keshav Thatipelly" userId="a73bd5fca7e2a3ef" providerId="LiveId" clId="{6FE511EE-FDDE-499D-99AA-A64C1C00CF5D}" dt="2026-09-09T18:20:07.349" v="71" actId="20577"/>
          <ac:spMkLst>
            <pc:docMk/>
            <pc:sldMk cId="3098548442" sldId="327"/>
            <ac:spMk id="2" creationId="{E46E4DD1-270B-4C80-AFF0-EB26F132AF36}"/>
          </ac:spMkLst>
        </pc:spChg>
      </pc:sldChg>
      <pc:sldChg chg="modSp mod modAnim">
        <pc:chgData name="shiva keshav Thatipelly" userId="a73bd5fca7e2a3ef" providerId="LiveId" clId="{6FE511EE-FDDE-499D-99AA-A64C1C00CF5D}" dt="2026-09-09T18:22:31.758" v="105" actId="1076"/>
        <pc:sldMkLst>
          <pc:docMk/>
          <pc:sldMk cId="48075006" sldId="329"/>
        </pc:sldMkLst>
        <pc:spChg chg="mod">
          <ac:chgData name="shiva keshav Thatipelly" userId="a73bd5fca7e2a3ef" providerId="LiveId" clId="{6FE511EE-FDDE-499D-99AA-A64C1C00CF5D}" dt="2026-09-09T18:22:31.758" v="105" actId="1076"/>
          <ac:spMkLst>
            <pc:docMk/>
            <pc:sldMk cId="48075006" sldId="329"/>
            <ac:spMk id="2" creationId="{664E3B60-2780-459A-8583-F095D5E7463A}"/>
          </ac:spMkLst>
        </pc:spChg>
      </pc:sldChg>
      <pc:sldChg chg="addSp delSp modSp mod modAnim">
        <pc:chgData name="shiva keshav Thatipelly" userId="a73bd5fca7e2a3ef" providerId="LiveId" clId="{6FE511EE-FDDE-499D-99AA-A64C1C00CF5D}" dt="2026-09-09T18:54:43.015" v="226" actId="1076"/>
        <pc:sldMkLst>
          <pc:docMk/>
          <pc:sldMk cId="1604013440" sldId="338"/>
        </pc:sldMkLst>
        <pc:spChg chg="mod">
          <ac:chgData name="shiva keshav Thatipelly" userId="a73bd5fca7e2a3ef" providerId="LiveId" clId="{6FE511EE-FDDE-499D-99AA-A64C1C00CF5D}" dt="2026-09-09T18:18:45.054" v="66" actId="20577"/>
          <ac:spMkLst>
            <pc:docMk/>
            <pc:sldMk cId="1604013440" sldId="338"/>
            <ac:spMk id="2" creationId="{7201737A-B873-4D1D-8A41-5ABF5184BC8F}"/>
          </ac:spMkLst>
        </pc:spChg>
        <pc:spChg chg="mod">
          <ac:chgData name="shiva keshav Thatipelly" userId="a73bd5fca7e2a3ef" providerId="LiveId" clId="{6FE511EE-FDDE-499D-99AA-A64C1C00CF5D}" dt="2026-09-09T18:54:43.015" v="226" actId="1076"/>
          <ac:spMkLst>
            <pc:docMk/>
            <pc:sldMk cId="1604013440" sldId="338"/>
            <ac:spMk id="3" creationId="{17F04107-8754-E47D-3375-529E689711FA}"/>
          </ac:spMkLst>
        </pc:spChg>
        <pc:spChg chg="mod">
          <ac:chgData name="shiva keshav Thatipelly" userId="a73bd5fca7e2a3ef" providerId="LiveId" clId="{6FE511EE-FDDE-499D-99AA-A64C1C00CF5D}" dt="2026-09-09T18:17:52.362" v="6" actId="20577"/>
          <ac:spMkLst>
            <pc:docMk/>
            <pc:sldMk cId="1604013440" sldId="338"/>
            <ac:spMk id="4" creationId="{92056599-CDAA-4367-BEF8-31D6E32518C8}"/>
          </ac:spMkLst>
        </pc:spChg>
        <pc:spChg chg="add del mod">
          <ac:chgData name="shiva keshav Thatipelly" userId="a73bd5fca7e2a3ef" providerId="LiveId" clId="{6FE511EE-FDDE-499D-99AA-A64C1C00CF5D}" dt="2026-09-09T18:17:50.053" v="5"/>
          <ac:spMkLst>
            <pc:docMk/>
            <pc:sldMk cId="1604013440" sldId="338"/>
            <ac:spMk id="5" creationId="{B36619F1-53FB-A46D-914D-72C3F2A98913}"/>
          </ac:spMkLst>
        </pc:spChg>
      </pc:sldChg>
      <pc:sldChg chg="addSp modSp mod">
        <pc:chgData name="shiva keshav Thatipelly" userId="a73bd5fca7e2a3ef" providerId="LiveId" clId="{6FE511EE-FDDE-499D-99AA-A64C1C00CF5D}" dt="2026-09-09T18:24:51.686" v="116" actId="1076"/>
        <pc:sldMkLst>
          <pc:docMk/>
          <pc:sldMk cId="1086225493" sldId="339"/>
        </pc:sldMkLst>
        <pc:picChg chg="add mod">
          <ac:chgData name="shiva keshav Thatipelly" userId="a73bd5fca7e2a3ef" providerId="LiveId" clId="{6FE511EE-FDDE-499D-99AA-A64C1C00CF5D}" dt="2026-09-09T18:24:51.686" v="116" actId="1076"/>
          <ac:picMkLst>
            <pc:docMk/>
            <pc:sldMk cId="1086225493" sldId="339"/>
            <ac:picMk id="3" creationId="{1F51DD42-C56C-9A81-BF52-B0C8D79BA39A}"/>
          </ac:picMkLst>
        </pc:picChg>
      </pc:sldChg>
      <pc:sldChg chg="addSp modSp mod">
        <pc:chgData name="shiva keshav Thatipelly" userId="a73bd5fca7e2a3ef" providerId="LiveId" clId="{6FE511EE-FDDE-499D-99AA-A64C1C00CF5D}" dt="2026-09-09T18:26:15.233" v="122" actId="1076"/>
        <pc:sldMkLst>
          <pc:docMk/>
          <pc:sldMk cId="3849627828" sldId="340"/>
        </pc:sldMkLst>
        <pc:picChg chg="add mod">
          <ac:chgData name="shiva keshav Thatipelly" userId="a73bd5fca7e2a3ef" providerId="LiveId" clId="{6FE511EE-FDDE-499D-99AA-A64C1C00CF5D}" dt="2026-09-09T18:26:15.233" v="122" actId="1076"/>
          <ac:picMkLst>
            <pc:docMk/>
            <pc:sldMk cId="3849627828" sldId="340"/>
            <ac:picMk id="3" creationId="{71C335EF-8EB7-EF0D-1B8B-49EB1F176471}"/>
          </ac:picMkLst>
        </pc:picChg>
      </pc:sldChg>
      <pc:sldChg chg="addSp delSp modSp mod">
        <pc:chgData name="shiva keshav Thatipelly" userId="a73bd5fca7e2a3ef" providerId="LiveId" clId="{6FE511EE-FDDE-499D-99AA-A64C1C00CF5D}" dt="2026-09-09T18:33:31.692" v="180" actId="1076"/>
        <pc:sldMkLst>
          <pc:docMk/>
          <pc:sldMk cId="776828144" sldId="341"/>
        </pc:sldMkLst>
        <pc:spChg chg="add del mod">
          <ac:chgData name="shiva keshav Thatipelly" userId="a73bd5fca7e2a3ef" providerId="LiveId" clId="{6FE511EE-FDDE-499D-99AA-A64C1C00CF5D}" dt="2026-09-09T18:33:06.426" v="174"/>
          <ac:spMkLst>
            <pc:docMk/>
            <pc:sldMk cId="776828144" sldId="341"/>
            <ac:spMk id="2" creationId="{7BCB7FE6-8EAF-E832-C8CB-7EA5705BD82E}"/>
          </ac:spMkLst>
        </pc:spChg>
        <pc:spChg chg="add mod">
          <ac:chgData name="shiva keshav Thatipelly" userId="a73bd5fca7e2a3ef" providerId="LiveId" clId="{6FE511EE-FDDE-499D-99AA-A64C1C00CF5D}" dt="2026-09-09T18:33:20.868" v="177" actId="1076"/>
          <ac:spMkLst>
            <pc:docMk/>
            <pc:sldMk cId="776828144" sldId="341"/>
            <ac:spMk id="3" creationId="{C5D80872-B01E-C907-575A-3C49E87584F0}"/>
          </ac:spMkLst>
        </pc:spChg>
        <pc:spChg chg="mod">
          <ac:chgData name="shiva keshav Thatipelly" userId="a73bd5fca7e2a3ef" providerId="LiveId" clId="{6FE511EE-FDDE-499D-99AA-A64C1C00CF5D}" dt="2026-09-09T18:33:31.692" v="180" actId="1076"/>
          <ac:spMkLst>
            <pc:docMk/>
            <pc:sldMk cId="776828144" sldId="341"/>
            <ac:spMk id="4" creationId="{9B097C2C-D75A-31D4-CD9F-366F39CDE51D}"/>
          </ac:spMkLst>
        </pc:spChg>
        <pc:spChg chg="mod">
          <ac:chgData name="shiva keshav Thatipelly" userId="a73bd5fca7e2a3ef" providerId="LiveId" clId="{6FE511EE-FDDE-499D-99AA-A64C1C00CF5D}" dt="2026-09-09T18:33:23.633" v="179" actId="1076"/>
          <ac:spMkLst>
            <pc:docMk/>
            <pc:sldMk cId="776828144" sldId="341"/>
            <ac:spMk id="8" creationId="{2C8A8B73-0C64-E012-F561-D7FE5E322230}"/>
          </ac:spMkLst>
        </pc:spChg>
      </pc:sldChg>
      <pc:sldChg chg="addSp delSp modSp mod">
        <pc:chgData name="shiva keshav Thatipelly" userId="a73bd5fca7e2a3ef" providerId="LiveId" clId="{6FE511EE-FDDE-499D-99AA-A64C1C00CF5D}" dt="2026-09-09T18:42:51.252" v="191" actId="207"/>
        <pc:sldMkLst>
          <pc:docMk/>
          <pc:sldMk cId="3863610428" sldId="342"/>
        </pc:sldMkLst>
        <pc:spChg chg="add mod">
          <ac:chgData name="shiva keshav Thatipelly" userId="a73bd5fca7e2a3ef" providerId="LiveId" clId="{6FE511EE-FDDE-499D-99AA-A64C1C00CF5D}" dt="2026-09-09T18:42:51.252" v="191" actId="207"/>
          <ac:spMkLst>
            <pc:docMk/>
            <pc:sldMk cId="3863610428" sldId="342"/>
            <ac:spMk id="2" creationId="{3CC51318-4864-DA06-449D-42864F5C5485}"/>
          </ac:spMkLst>
        </pc:spChg>
        <pc:spChg chg="del mod">
          <ac:chgData name="shiva keshav Thatipelly" userId="a73bd5fca7e2a3ef" providerId="LiveId" clId="{6FE511EE-FDDE-499D-99AA-A64C1C00CF5D}" dt="2026-09-09T18:23:34.850" v="110" actId="478"/>
          <ac:spMkLst>
            <pc:docMk/>
            <pc:sldMk cId="3863610428" sldId="342"/>
            <ac:spMk id="3" creationId="{5F0B37E4-66B1-8633-7266-68B321742757}"/>
          </ac:spMkLst>
        </pc:spChg>
        <pc:spChg chg="add del mod">
          <ac:chgData name="shiva keshav Thatipelly" userId="a73bd5fca7e2a3ef" providerId="LiveId" clId="{6FE511EE-FDDE-499D-99AA-A64C1C00CF5D}" dt="2026-09-09T18:42:32.866" v="190"/>
          <ac:spMkLst>
            <pc:docMk/>
            <pc:sldMk cId="3863610428" sldId="342"/>
            <ac:spMk id="6" creationId="{7FEE91FD-DF2D-F8AF-E17A-5285258831C9}"/>
          </ac:spMkLst>
        </pc:spChg>
        <pc:spChg chg="mod">
          <ac:chgData name="shiva keshav Thatipelly" userId="a73bd5fca7e2a3ef" providerId="LiveId" clId="{6FE511EE-FDDE-499D-99AA-A64C1C00CF5D}" dt="2026-09-09T18:41:44.451" v="186" actId="1076"/>
          <ac:spMkLst>
            <pc:docMk/>
            <pc:sldMk cId="3863610428" sldId="342"/>
            <ac:spMk id="8" creationId="{0F7D0B46-DEEA-1B5E-FE84-59D11F3B1105}"/>
          </ac:spMkLst>
        </pc:spChg>
      </pc:sldChg>
      <pc:sldChg chg="addSp modSp mod">
        <pc:chgData name="shiva keshav Thatipelly" userId="a73bd5fca7e2a3ef" providerId="LiveId" clId="{6FE511EE-FDDE-499D-99AA-A64C1C00CF5D}" dt="2026-09-09T18:52:35.144" v="193" actId="1076"/>
        <pc:sldMkLst>
          <pc:docMk/>
          <pc:sldMk cId="3962802212" sldId="343"/>
        </pc:sldMkLst>
        <pc:picChg chg="add mod">
          <ac:chgData name="shiva keshav Thatipelly" userId="a73bd5fca7e2a3ef" providerId="LiveId" clId="{6FE511EE-FDDE-499D-99AA-A64C1C00CF5D}" dt="2026-09-09T18:52:35.144" v="193" actId="1076"/>
          <ac:picMkLst>
            <pc:docMk/>
            <pc:sldMk cId="3962802212" sldId="343"/>
            <ac:picMk id="3" creationId="{23FC8DD1-19C3-A218-EFB1-651C65617EFB}"/>
          </ac:picMkLst>
        </pc:picChg>
      </pc:sldChg>
      <pc:sldChg chg="addSp modSp mod">
        <pc:chgData name="shiva keshav Thatipelly" userId="a73bd5fca7e2a3ef" providerId="LiveId" clId="{6FE511EE-FDDE-499D-99AA-A64C1C00CF5D}" dt="2026-09-09T18:27:08.334" v="127" actId="1076"/>
        <pc:sldMkLst>
          <pc:docMk/>
          <pc:sldMk cId="1698901770" sldId="344"/>
        </pc:sldMkLst>
        <pc:picChg chg="add mod modCrop">
          <ac:chgData name="shiva keshav Thatipelly" userId="a73bd5fca7e2a3ef" providerId="LiveId" clId="{6FE511EE-FDDE-499D-99AA-A64C1C00CF5D}" dt="2026-09-09T18:27:08.334" v="127" actId="1076"/>
          <ac:picMkLst>
            <pc:docMk/>
            <pc:sldMk cId="1698901770" sldId="344"/>
            <ac:picMk id="3" creationId="{77E06A40-FD1B-8BB8-C957-0DE6BD7F26A0}"/>
          </ac:picMkLst>
        </pc:picChg>
      </pc:sldChg>
      <pc:sldChg chg="addSp modSp mod">
        <pc:chgData name="shiva keshav Thatipelly" userId="a73bd5fca7e2a3ef" providerId="LiveId" clId="{6FE511EE-FDDE-499D-99AA-A64C1C00CF5D}" dt="2026-09-09T18:27:42.534" v="130" actId="1076"/>
        <pc:sldMkLst>
          <pc:docMk/>
          <pc:sldMk cId="1903979828" sldId="345"/>
        </pc:sldMkLst>
        <pc:picChg chg="add mod">
          <ac:chgData name="shiva keshav Thatipelly" userId="a73bd5fca7e2a3ef" providerId="LiveId" clId="{6FE511EE-FDDE-499D-99AA-A64C1C00CF5D}" dt="2026-09-09T18:27:42.534" v="130" actId="1076"/>
          <ac:picMkLst>
            <pc:docMk/>
            <pc:sldMk cId="1903979828" sldId="345"/>
            <ac:picMk id="3" creationId="{62CA78C4-1640-C08B-924C-5452E32906B2}"/>
          </ac:picMkLst>
        </pc:picChg>
      </pc:sldChg>
      <pc:sldChg chg="addSp delSp modSp mod delAnim">
        <pc:chgData name="shiva keshav Thatipelly" userId="a73bd5fca7e2a3ef" providerId="LiveId" clId="{6FE511EE-FDDE-499D-99AA-A64C1C00CF5D}" dt="2026-09-09T18:29:13.194" v="147" actId="14100"/>
        <pc:sldMkLst>
          <pc:docMk/>
          <pc:sldMk cId="1421522261" sldId="346"/>
        </pc:sldMkLst>
        <pc:spChg chg="add del mod">
          <ac:chgData name="shiva keshav Thatipelly" userId="a73bd5fca7e2a3ef" providerId="LiveId" clId="{6FE511EE-FDDE-499D-99AA-A64C1C00CF5D}" dt="2026-09-09T18:28:27.991" v="137" actId="478"/>
          <ac:spMkLst>
            <pc:docMk/>
            <pc:sldMk cId="1421522261" sldId="346"/>
            <ac:spMk id="9" creationId="{D8347D20-DA14-E6ED-B353-9CF911E2145D}"/>
          </ac:spMkLst>
        </pc:spChg>
        <pc:spChg chg="del mod">
          <ac:chgData name="shiva keshav Thatipelly" userId="a73bd5fca7e2a3ef" providerId="LiveId" clId="{6FE511EE-FDDE-499D-99AA-A64C1C00CF5D}" dt="2026-09-09T18:28:12.961" v="136" actId="478"/>
          <ac:spMkLst>
            <pc:docMk/>
            <pc:sldMk cId="1421522261" sldId="346"/>
            <ac:spMk id="10" creationId="{F85C769B-425A-FE3B-E47A-3B747985DC52}"/>
          </ac:spMkLst>
        </pc:spChg>
        <pc:picChg chg="add del mod">
          <ac:chgData name="shiva keshav Thatipelly" userId="a73bd5fca7e2a3ef" providerId="LiveId" clId="{6FE511EE-FDDE-499D-99AA-A64C1C00CF5D}" dt="2026-09-09T18:28:48.168" v="140" actId="21"/>
          <ac:picMkLst>
            <pc:docMk/>
            <pc:sldMk cId="1421522261" sldId="346"/>
            <ac:picMk id="3" creationId="{A8C3CB5D-192B-696C-8FD1-B3EFE36E1DE6}"/>
          </ac:picMkLst>
        </pc:picChg>
        <pc:picChg chg="add mod">
          <ac:chgData name="shiva keshav Thatipelly" userId="a73bd5fca7e2a3ef" providerId="LiveId" clId="{6FE511EE-FDDE-499D-99AA-A64C1C00CF5D}" dt="2026-09-09T18:29:13.194" v="147" actId="14100"/>
          <ac:picMkLst>
            <pc:docMk/>
            <pc:sldMk cId="1421522261" sldId="346"/>
            <ac:picMk id="12" creationId="{FF8CB5FC-2FB2-1FBA-6B09-73C13BD51477}"/>
          </ac:picMkLst>
        </pc:picChg>
      </pc:sldChg>
      <pc:sldChg chg="addSp modSp add mod">
        <pc:chgData name="shiva keshav Thatipelly" userId="a73bd5fca7e2a3ef" providerId="LiveId" clId="{6FE511EE-FDDE-499D-99AA-A64C1C00CF5D}" dt="2026-09-09T18:31:08.162" v="163" actId="1076"/>
        <pc:sldMkLst>
          <pc:docMk/>
          <pc:sldMk cId="1447536612" sldId="347"/>
        </pc:sldMkLst>
        <pc:picChg chg="add mod modCrop">
          <ac:chgData name="shiva keshav Thatipelly" userId="a73bd5fca7e2a3ef" providerId="LiveId" clId="{6FE511EE-FDDE-499D-99AA-A64C1C00CF5D}" dt="2026-09-09T18:31:08.162" v="163" actId="1076"/>
          <ac:picMkLst>
            <pc:docMk/>
            <pc:sldMk cId="1447536612" sldId="347"/>
            <ac:picMk id="3" creationId="{50818B97-ED67-57D5-ECA4-236DEB0AF924}"/>
          </ac:picMkLst>
        </pc:picChg>
      </pc:sldChg>
      <pc:sldChg chg="addSp modSp add mod">
        <pc:chgData name="shiva keshav Thatipelly" userId="a73bd5fca7e2a3ef" providerId="LiveId" clId="{6FE511EE-FDDE-499D-99AA-A64C1C00CF5D}" dt="2026-09-09T18:30:26.965" v="159" actId="1076"/>
        <pc:sldMkLst>
          <pc:docMk/>
          <pc:sldMk cId="3346515674" sldId="348"/>
        </pc:sldMkLst>
        <pc:picChg chg="add mod">
          <ac:chgData name="shiva keshav Thatipelly" userId="a73bd5fca7e2a3ef" providerId="LiveId" clId="{6FE511EE-FDDE-499D-99AA-A64C1C00CF5D}" dt="2026-09-09T18:30:26.965" v="159" actId="1076"/>
          <ac:picMkLst>
            <pc:docMk/>
            <pc:sldMk cId="3346515674" sldId="348"/>
            <ac:picMk id="3" creationId="{8A09164A-6884-7CFE-149F-0D9D6A473875}"/>
          </ac:picMkLst>
        </pc:picChg>
      </pc:sldChg>
      <pc:sldChg chg="addSp modSp add mod">
        <pc:chgData name="shiva keshav Thatipelly" userId="a73bd5fca7e2a3ef" providerId="LiveId" clId="{6FE511EE-FDDE-499D-99AA-A64C1C00CF5D}" dt="2026-09-09T18:30:09.174" v="157" actId="14100"/>
        <pc:sldMkLst>
          <pc:docMk/>
          <pc:sldMk cId="3940678882" sldId="349"/>
        </pc:sldMkLst>
        <pc:picChg chg="add mod">
          <ac:chgData name="shiva keshav Thatipelly" userId="a73bd5fca7e2a3ef" providerId="LiveId" clId="{6FE511EE-FDDE-499D-99AA-A64C1C00CF5D}" dt="2026-09-09T18:30:09.174" v="157" actId="14100"/>
          <ac:picMkLst>
            <pc:docMk/>
            <pc:sldMk cId="3940678882" sldId="349"/>
            <ac:picMk id="3" creationId="{CDBCF8B8-5E88-C9C3-0BF7-D140452BD0CB}"/>
          </ac:picMkLst>
        </pc:picChg>
      </pc:sldChg>
      <pc:sldChg chg="addSp modSp add mod">
        <pc:chgData name="shiva keshav Thatipelly" userId="a73bd5fca7e2a3ef" providerId="LiveId" clId="{6FE511EE-FDDE-499D-99AA-A64C1C00CF5D}" dt="2026-09-09T18:29:38.409" v="152" actId="1076"/>
        <pc:sldMkLst>
          <pc:docMk/>
          <pc:sldMk cId="1997765805" sldId="350"/>
        </pc:sldMkLst>
        <pc:picChg chg="add mod">
          <ac:chgData name="shiva keshav Thatipelly" userId="a73bd5fca7e2a3ef" providerId="LiveId" clId="{6FE511EE-FDDE-499D-99AA-A64C1C00CF5D}" dt="2026-09-09T18:29:38.409" v="152" actId="1076"/>
          <ac:picMkLst>
            <pc:docMk/>
            <pc:sldMk cId="1997765805" sldId="350"/>
            <ac:picMk id="3" creationId="{10096602-D4B3-0F1D-D5D3-2858C2311202}"/>
          </ac:picMkLst>
        </pc:picChg>
      </pc:sldChg>
      <pc:sldChg chg="addSp delSp modSp add mod">
        <pc:chgData name="shiva keshav Thatipelly" userId="a73bd5fca7e2a3ef" providerId="LiveId" clId="{6FE511EE-FDDE-499D-99AA-A64C1C00CF5D}" dt="2026-09-09T18:32:23.223" v="171" actId="1076"/>
        <pc:sldMkLst>
          <pc:docMk/>
          <pc:sldMk cId="1509828997" sldId="351"/>
        </pc:sldMkLst>
        <pc:picChg chg="del">
          <ac:chgData name="shiva keshav Thatipelly" userId="a73bd5fca7e2a3ef" providerId="LiveId" clId="{6FE511EE-FDDE-499D-99AA-A64C1C00CF5D}" dt="2026-09-09T18:31:27.997" v="165" actId="478"/>
          <ac:picMkLst>
            <pc:docMk/>
            <pc:sldMk cId="1509828997" sldId="351"/>
            <ac:picMk id="3" creationId="{B68B114D-5B84-2DF0-E471-482B05475649}"/>
          </ac:picMkLst>
        </pc:picChg>
        <pc:picChg chg="add mod">
          <ac:chgData name="shiva keshav Thatipelly" userId="a73bd5fca7e2a3ef" providerId="LiveId" clId="{6FE511EE-FDDE-499D-99AA-A64C1C00CF5D}" dt="2026-09-09T18:32:23.223" v="171" actId="1076"/>
          <ac:picMkLst>
            <pc:docMk/>
            <pc:sldMk cId="1509828997" sldId="351"/>
            <ac:picMk id="6" creationId="{011917A1-86CD-6FDB-F69D-3A0F2D1D57A8}"/>
          </ac:picMkLst>
        </pc:picChg>
      </pc:sldChg>
      <pc:sldChg chg="new del">
        <pc:chgData name="shiva keshav Thatipelly" userId="a73bd5fca7e2a3ef" providerId="LiveId" clId="{6FE511EE-FDDE-499D-99AA-A64C1C00CF5D}" dt="2026-09-09T18:54:25.445" v="225" actId="2696"/>
        <pc:sldMkLst>
          <pc:docMk/>
          <pc:sldMk cId="2847241420" sldId="35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hivakeshav046-ui/Agriculture-seasonal-perfomance-analysis/tree/main"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0" y="3535735"/>
            <a:ext cx="3400089" cy="861497"/>
          </a:xfrm>
        </p:spPr>
        <p:txBody>
          <a:bodyPr vert="horz" lIns="91440" tIns="45720" rIns="91440" bIns="45720" rtlCol="0" anchor="t">
            <a:normAutofit fontScale="85000" lnSpcReduction="10000"/>
          </a:bodyPr>
          <a:lstStyle/>
          <a:p>
            <a:pPr algn="r"/>
            <a:r>
              <a:rPr lang="en-US" b="0" dirty="0">
                <a:solidFill>
                  <a:schemeClr val="tx1"/>
                </a:solidFill>
              </a:rPr>
              <a:t>[SHIVA KESHAV THATIPELLI </a:t>
            </a:r>
            <a:endParaRPr lang="en-IN" b="0" dirty="0">
              <a:solidFill>
                <a:schemeClr val="tx1"/>
              </a:solidFill>
            </a:endParaRPr>
          </a:p>
          <a:p>
            <a:pPr algn="r"/>
            <a:r>
              <a:rPr lang="en-US" b="0" dirty="0">
                <a:solidFill>
                  <a:schemeClr val="tx1"/>
                </a:solidFill>
              </a:rPr>
              <a:t>College Name- SR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949203"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66736" y="4508176"/>
            <a:ext cx="5583353" cy="369332"/>
          </a:xfrm>
          <a:prstGeom prst="rect">
            <a:avLst/>
          </a:prstGeom>
          <a:noFill/>
        </p:spPr>
        <p:txBody>
          <a:bodyPr wrap="square" rtlCol="0">
            <a:spAutoFit/>
          </a:bodyPr>
          <a:lstStyle/>
          <a:p>
            <a:r>
              <a:rPr lang="en-US" b="1" dirty="0"/>
              <a:t>AICTE STU ID : </a:t>
            </a:r>
            <a:r>
              <a:rPr lang="en-IN" dirty="0"/>
              <a:t>STU69c0042c3ccc21774191660</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IN" sz="2000" dirty="0"/>
            </a:br>
            <a:r>
              <a:rPr lang="en-IN" sz="2000" dirty="0" err="1"/>
              <a:t>Analyzes</a:t>
            </a:r>
            <a:r>
              <a:rPr lang="en-IN" sz="2000" dirty="0"/>
              <a:t> agricultural performance across different states, crops, and seasons.</a:t>
            </a:r>
            <a:br>
              <a:rPr lang="en-IN" sz="2000" dirty="0"/>
            </a:br>
            <a:r>
              <a:rPr lang="en-IN" sz="2000" dirty="0"/>
              <a:t>Studies crop yield, rainfall, temperature, soil moisture, sunlight, water usage, and profit.</a:t>
            </a:r>
            <a:br>
              <a:rPr lang="en-IN" sz="2000" dirty="0"/>
            </a:br>
            <a:r>
              <a:rPr lang="en-IN" sz="2000" dirty="0"/>
              <a:t>Cleans the dataset by handling missing values and duplicate records.</a:t>
            </a:r>
            <a:br>
              <a:rPr lang="en-IN" sz="2000" dirty="0"/>
            </a:br>
            <a:r>
              <a:rPr lang="en-IN" sz="2000" dirty="0"/>
              <a:t>Uses Python, Pandas, and data visualization for analysis.</a:t>
            </a:r>
            <a:br>
              <a:rPr lang="en-IN" sz="2000" dirty="0"/>
            </a:br>
            <a:r>
              <a:rPr lang="en-IN" sz="2000" dirty="0"/>
              <a:t>Identifies patterns, trends, and relationships in agricultural data.</a:t>
            </a:r>
            <a:br>
              <a:rPr lang="en-IN" sz="2000" dirty="0"/>
            </a:br>
            <a:r>
              <a:rPr lang="en-IN" sz="2000" dirty="0"/>
              <a:t>Compares seasonal, state-wise, and crop-wise performance.</a:t>
            </a:r>
            <a:br>
              <a:rPr lang="en-IN" sz="2000" dirty="0"/>
            </a:br>
            <a:r>
              <a:rPr lang="en-IN" sz="2000" dirty="0"/>
              <a:t>The project focuses on Data Analytics only, with no Machine Learning or dashboard development.</a:t>
            </a:r>
            <a:br>
              <a:rPr lang="en-IN"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7904481" cy="3990023"/>
          </a:xfrm>
        </p:spPr>
        <p:txBody>
          <a:bodyPr>
            <a:normAutofit fontScale="62500" lnSpcReduction="20000"/>
          </a:bodyPr>
          <a:lstStyle/>
          <a:p>
            <a:pPr marL="0" indent="0">
              <a:buNone/>
            </a:pPr>
            <a:endParaRPr lang="en-IN" sz="3600" b="1" dirty="0"/>
          </a:p>
          <a:p>
            <a:pPr lvl="0"/>
            <a:r>
              <a:rPr lang="en-IN" sz="3600" b="1" dirty="0"/>
              <a:t>Farmers</a:t>
            </a:r>
            <a:r>
              <a:rPr lang="en-IN" sz="3600" dirty="0"/>
              <a:t> – to understand better-performing crops and seasons.</a:t>
            </a:r>
          </a:p>
          <a:p>
            <a:pPr lvl="0"/>
            <a:r>
              <a:rPr lang="en-IN" sz="3600" b="1" dirty="0"/>
              <a:t>Agricultural officers</a:t>
            </a:r>
            <a:r>
              <a:rPr lang="en-IN" sz="3600" dirty="0"/>
              <a:t> – to study agricultural performance across regions.</a:t>
            </a:r>
          </a:p>
          <a:p>
            <a:pPr lvl="0"/>
            <a:r>
              <a:rPr lang="en-IN" sz="3600" b="1" dirty="0"/>
              <a:t>Researchers</a:t>
            </a:r>
            <a:r>
              <a:rPr lang="en-IN" sz="3600" dirty="0"/>
              <a:t> – to </a:t>
            </a:r>
            <a:r>
              <a:rPr lang="en-IN" sz="3600" dirty="0" err="1"/>
              <a:t>analyze</a:t>
            </a:r>
            <a:r>
              <a:rPr lang="en-IN" sz="3600" dirty="0"/>
              <a:t> farming and environmental patterns.</a:t>
            </a:r>
          </a:p>
          <a:p>
            <a:pPr lvl="0"/>
            <a:r>
              <a:rPr lang="en-IN" sz="3600" b="1" dirty="0"/>
              <a:t>Agricultural businesses</a:t>
            </a:r>
            <a:r>
              <a:rPr lang="en-IN" sz="3600" dirty="0"/>
              <a:t> – to understand crop yield and profitability.</a:t>
            </a:r>
          </a:p>
          <a:p>
            <a:pPr lvl="0"/>
            <a:r>
              <a:rPr lang="en-IN" sz="3600" b="1" dirty="0"/>
              <a:t>Students and analysts</a:t>
            </a:r>
            <a:r>
              <a:rPr lang="en-IN" sz="3600" dirty="0"/>
              <a:t> – to study agricultural data and trends.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463105"/>
            <a:ext cx="9027702" cy="5243448"/>
          </a:xfrm>
        </p:spPr>
        <p:txBody>
          <a:bodyPr/>
          <a:lstStyle/>
          <a:p>
            <a:r>
              <a:rPr lang="en-IN" b="1" dirty="0"/>
              <a:t>Technology Used</a:t>
            </a:r>
          </a:p>
          <a:p>
            <a:pPr lvl="0"/>
            <a:r>
              <a:rPr lang="en-IN" b="1" dirty="0"/>
              <a:t>Python</a:t>
            </a:r>
            <a:r>
              <a:rPr lang="en-IN" dirty="0"/>
              <a:t> – Data analysis and processing</a:t>
            </a:r>
          </a:p>
          <a:p>
            <a:pPr lvl="0"/>
            <a:r>
              <a:rPr lang="en-IN" b="1" dirty="0"/>
              <a:t>Pandas</a:t>
            </a:r>
            <a:r>
              <a:rPr lang="en-IN" dirty="0"/>
              <a:t> – Data cleaning and manipulation</a:t>
            </a:r>
          </a:p>
          <a:p>
            <a:pPr lvl="0"/>
            <a:r>
              <a:rPr lang="en-IN" b="1" dirty="0"/>
              <a:t>NumPy</a:t>
            </a:r>
            <a:r>
              <a:rPr lang="en-IN" dirty="0"/>
              <a:t> – Numerical calculations</a:t>
            </a:r>
          </a:p>
          <a:p>
            <a:pPr lvl="0"/>
            <a:r>
              <a:rPr lang="en-IN" b="1" dirty="0"/>
              <a:t>Matplotlib</a:t>
            </a:r>
            <a:r>
              <a:rPr lang="en-IN" dirty="0"/>
              <a:t> – Data visualization</a:t>
            </a:r>
          </a:p>
          <a:p>
            <a:pPr lvl="0"/>
            <a:r>
              <a:rPr lang="en-IN" b="1" dirty="0"/>
              <a:t>Seaborn</a:t>
            </a:r>
            <a:r>
              <a:rPr lang="en-IN" dirty="0"/>
              <a:t> – Statistical visualization</a:t>
            </a:r>
          </a:p>
          <a:p>
            <a:pPr lvl="0"/>
            <a:r>
              <a:rPr lang="en-IN" b="1" dirty="0"/>
              <a:t>Jupyter Notebook</a:t>
            </a:r>
            <a:r>
              <a:rPr lang="en-IN" dirty="0"/>
              <a:t> – Project development and analysis</a:t>
            </a:r>
          </a:p>
          <a:p>
            <a:pPr lvl="0"/>
            <a:r>
              <a:rPr lang="en-IN" b="1" dirty="0"/>
              <a:t>CSV Dataset</a:t>
            </a:r>
            <a:r>
              <a:rPr lang="en-IN" dirty="0"/>
              <a:t> – Source of agricultural data</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8970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F51DD42-C56C-9A81-BF52-B0C8D79BA39A}"/>
              </a:ext>
            </a:extLst>
          </p:cNvPr>
          <p:cNvPicPr>
            <a:picLocks noChangeAspect="1"/>
          </p:cNvPicPr>
          <p:nvPr/>
        </p:nvPicPr>
        <p:blipFill>
          <a:blip r:embed="rId3"/>
          <a:stretch>
            <a:fillRect/>
          </a:stretch>
        </p:blipFill>
        <p:spPr>
          <a:xfrm>
            <a:off x="233266" y="2038561"/>
            <a:ext cx="8630816" cy="457685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1C335EF-8EB7-EF0D-1B8B-49EB1F176471}"/>
              </a:ext>
            </a:extLst>
          </p:cNvPr>
          <p:cNvPicPr>
            <a:picLocks noChangeAspect="1"/>
          </p:cNvPicPr>
          <p:nvPr/>
        </p:nvPicPr>
        <p:blipFill>
          <a:blip r:embed="rId3"/>
          <a:stretch>
            <a:fillRect/>
          </a:stretch>
        </p:blipFill>
        <p:spPr>
          <a:xfrm>
            <a:off x="506042" y="307260"/>
            <a:ext cx="8021417" cy="616466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7E06A40-FD1B-8BB8-C957-0DE6BD7F26A0}"/>
              </a:ext>
            </a:extLst>
          </p:cNvPr>
          <p:cNvPicPr>
            <a:picLocks noChangeAspect="1"/>
          </p:cNvPicPr>
          <p:nvPr/>
        </p:nvPicPr>
        <p:blipFill>
          <a:blip r:embed="rId3"/>
          <a:srcRect t="8027"/>
          <a:stretch>
            <a:fillRect/>
          </a:stretch>
        </p:blipFill>
        <p:spPr>
          <a:xfrm>
            <a:off x="320982" y="370589"/>
            <a:ext cx="9517939" cy="604914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2CA78C4-1640-C08B-924C-5452E32906B2}"/>
              </a:ext>
            </a:extLst>
          </p:cNvPr>
          <p:cNvPicPr>
            <a:picLocks noChangeAspect="1"/>
          </p:cNvPicPr>
          <p:nvPr/>
        </p:nvPicPr>
        <p:blipFill>
          <a:blip r:embed="rId3"/>
          <a:stretch>
            <a:fillRect/>
          </a:stretch>
        </p:blipFill>
        <p:spPr>
          <a:xfrm>
            <a:off x="205726" y="370589"/>
            <a:ext cx="10403180" cy="570084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FF8CB5FC-2FB2-1FBA-6B09-73C13BD51477}"/>
              </a:ext>
            </a:extLst>
          </p:cNvPr>
          <p:cNvPicPr>
            <a:picLocks noChangeAspect="1"/>
          </p:cNvPicPr>
          <p:nvPr/>
        </p:nvPicPr>
        <p:blipFill>
          <a:blip r:embed="rId3"/>
          <a:stretch>
            <a:fillRect/>
          </a:stretch>
        </p:blipFill>
        <p:spPr>
          <a:xfrm>
            <a:off x="0" y="1763486"/>
            <a:ext cx="10776730" cy="354640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5E114-31B4-B716-36B8-3B1EF7514A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756B67-D0D2-2F2A-CB96-39F86F5AA4F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C7BA3D9-3519-82E3-E592-C3F8D91D29E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553DB4B-69CA-9879-CECB-A93B929706D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B8FCB51-A201-F494-4422-22890FDE965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0096602-D4B3-0F1D-D5D3-2858C2311202}"/>
              </a:ext>
            </a:extLst>
          </p:cNvPr>
          <p:cNvPicPr>
            <a:picLocks noChangeAspect="1"/>
          </p:cNvPicPr>
          <p:nvPr/>
        </p:nvPicPr>
        <p:blipFill>
          <a:blip r:embed="rId3"/>
          <a:stretch>
            <a:fillRect/>
          </a:stretch>
        </p:blipFill>
        <p:spPr>
          <a:xfrm>
            <a:off x="1075159" y="1348327"/>
            <a:ext cx="6128074" cy="4943568"/>
          </a:xfrm>
          <a:prstGeom prst="rect">
            <a:avLst/>
          </a:prstGeom>
        </p:spPr>
      </p:pic>
    </p:spTree>
    <p:extLst>
      <p:ext uri="{BB962C8B-B14F-4D97-AF65-F5344CB8AC3E}">
        <p14:creationId xmlns:p14="http://schemas.microsoft.com/office/powerpoint/2010/main" val="199776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985E4-52AF-01AA-0C45-DA0EADD60B6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86FA2D-A32B-9B0C-BA45-5F3BF9EA0E0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B70F4B0-21B1-88AD-AD54-62F3C10CD30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B3ED1FC-522B-68F2-3895-9D668EBB70C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8F46B-E060-8501-8372-E3E7FF8E2A0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DBCF8B8-5E88-C9C3-0BF7-D140452BD0CB}"/>
              </a:ext>
            </a:extLst>
          </p:cNvPr>
          <p:cNvPicPr>
            <a:picLocks noChangeAspect="1"/>
          </p:cNvPicPr>
          <p:nvPr/>
        </p:nvPicPr>
        <p:blipFill>
          <a:blip r:embed="rId3"/>
          <a:stretch>
            <a:fillRect/>
          </a:stretch>
        </p:blipFill>
        <p:spPr>
          <a:xfrm>
            <a:off x="0" y="1529432"/>
            <a:ext cx="11759051" cy="4283539"/>
          </a:xfrm>
          <a:prstGeom prst="rect">
            <a:avLst/>
          </a:prstGeom>
        </p:spPr>
      </p:pic>
    </p:spTree>
    <p:extLst>
      <p:ext uri="{BB962C8B-B14F-4D97-AF65-F5344CB8AC3E}">
        <p14:creationId xmlns:p14="http://schemas.microsoft.com/office/powerpoint/2010/main" val="394067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6075-1FA1-9F69-F633-109A80806B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C5E487-FF36-519F-F1F2-789D60E6C27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27C550-3224-334D-A53C-5F57FD7CB0A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AF9133F-04A4-C4D9-4DFA-0BC68F8A09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F0896AE-C800-3476-DE44-40B6E189FE3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A09164A-6884-7CFE-149F-0D9D6A473875}"/>
              </a:ext>
            </a:extLst>
          </p:cNvPr>
          <p:cNvPicPr>
            <a:picLocks noChangeAspect="1"/>
          </p:cNvPicPr>
          <p:nvPr/>
        </p:nvPicPr>
        <p:blipFill>
          <a:blip r:embed="rId3"/>
          <a:stretch>
            <a:fillRect/>
          </a:stretch>
        </p:blipFill>
        <p:spPr>
          <a:xfrm>
            <a:off x="499867" y="1673873"/>
            <a:ext cx="8467725" cy="4667250"/>
          </a:xfrm>
          <a:prstGeom prst="rect">
            <a:avLst/>
          </a:prstGeom>
        </p:spPr>
      </p:pic>
    </p:spTree>
    <p:extLst>
      <p:ext uri="{BB962C8B-B14F-4D97-AF65-F5344CB8AC3E}">
        <p14:creationId xmlns:p14="http://schemas.microsoft.com/office/powerpoint/2010/main" val="334651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48536-25A7-BE29-1122-F716E70464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45FCCF-409C-BCE8-0592-4D1222A3507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B042174-3BDB-0779-B86F-5D3C362E72B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60054E1-792A-100D-E2B9-267E0CC8D28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29F0316-94F9-4175-EEA7-AE1150283E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0818B97-ED67-57D5-ECA4-236DEB0AF924}"/>
              </a:ext>
            </a:extLst>
          </p:cNvPr>
          <p:cNvPicPr>
            <a:picLocks noChangeAspect="1"/>
          </p:cNvPicPr>
          <p:nvPr/>
        </p:nvPicPr>
        <p:blipFill>
          <a:blip r:embed="rId3"/>
          <a:srcRect t="1072"/>
          <a:stretch>
            <a:fillRect/>
          </a:stretch>
        </p:blipFill>
        <p:spPr>
          <a:xfrm>
            <a:off x="489903" y="193040"/>
            <a:ext cx="7030431" cy="6578082"/>
          </a:xfrm>
          <a:prstGeom prst="rect">
            <a:avLst/>
          </a:prstGeom>
        </p:spPr>
      </p:pic>
    </p:spTree>
    <p:extLst>
      <p:ext uri="{BB962C8B-B14F-4D97-AF65-F5344CB8AC3E}">
        <p14:creationId xmlns:p14="http://schemas.microsoft.com/office/powerpoint/2010/main" val="144753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828B2-E4E0-7337-F416-84C552C588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4EF8A27-6942-F9F2-DEFB-77484DF2BCE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686C182-CA61-8CDA-9E6F-E08EEE59239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E5D07D9-9D0D-640C-0D1B-5FCA85B8A85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9D22A83-5A96-3435-02EF-B70CE0BADA2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011917A1-86CD-6FDB-F69D-3A0F2D1D57A8}"/>
              </a:ext>
            </a:extLst>
          </p:cNvPr>
          <p:cNvPicPr>
            <a:picLocks noChangeAspect="1"/>
          </p:cNvPicPr>
          <p:nvPr/>
        </p:nvPicPr>
        <p:blipFill>
          <a:blip r:embed="rId3"/>
          <a:stretch>
            <a:fillRect/>
          </a:stretch>
        </p:blipFill>
        <p:spPr>
          <a:xfrm>
            <a:off x="482444" y="81552"/>
            <a:ext cx="8774006" cy="6694896"/>
          </a:xfrm>
          <a:prstGeom prst="rect">
            <a:avLst/>
          </a:prstGeom>
        </p:spPr>
      </p:pic>
    </p:spTree>
    <p:extLst>
      <p:ext uri="{BB962C8B-B14F-4D97-AF65-F5344CB8AC3E}">
        <p14:creationId xmlns:p14="http://schemas.microsoft.com/office/powerpoint/2010/main" val="150982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1201585"/>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08371" y="151339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5D80872-B01E-C907-575A-3C49E87584F0}"/>
              </a:ext>
            </a:extLst>
          </p:cNvPr>
          <p:cNvSpPr txBox="1"/>
          <p:nvPr/>
        </p:nvSpPr>
        <p:spPr>
          <a:xfrm>
            <a:off x="830425" y="2491273"/>
            <a:ext cx="8073429" cy="2585323"/>
          </a:xfrm>
          <a:prstGeom prst="rect">
            <a:avLst/>
          </a:prstGeom>
          <a:noFill/>
        </p:spPr>
        <p:txBody>
          <a:bodyPr wrap="none" rtlCol="0">
            <a:spAutoFit/>
          </a:bodyPr>
          <a:lstStyle/>
          <a:p>
            <a:r>
              <a:rPr lang="en-IN" b="1" dirty="0"/>
              <a:t>Future Scope</a:t>
            </a:r>
            <a:r>
              <a:rPr lang="en-IN" dirty="0"/>
              <a:t> means </a:t>
            </a:r>
            <a:r>
              <a:rPr lang="en-IN" b="1" dirty="0"/>
              <a:t>what can be added or improved in the project later</a:t>
            </a:r>
            <a:r>
              <a:rPr lang="en-IN" dirty="0"/>
              <a:t>.</a:t>
            </a:r>
          </a:p>
          <a:p>
            <a:r>
              <a:rPr lang="en-IN" dirty="0"/>
              <a:t>For your project, you can write:</a:t>
            </a:r>
          </a:p>
          <a:p>
            <a:r>
              <a:rPr lang="en-IN" b="1" dirty="0"/>
              <a:t>Future Scope</a:t>
            </a:r>
          </a:p>
          <a:p>
            <a:pPr lvl="0"/>
            <a:r>
              <a:rPr lang="en-IN" dirty="0"/>
              <a:t>Add </a:t>
            </a:r>
            <a:r>
              <a:rPr lang="en-IN" b="1" dirty="0"/>
              <a:t>Machine Learning</a:t>
            </a:r>
            <a:r>
              <a:rPr lang="en-IN" dirty="0"/>
              <a:t> to predict crop yield.</a:t>
            </a:r>
          </a:p>
          <a:p>
            <a:pPr lvl="0"/>
            <a:r>
              <a:rPr lang="en-IN" dirty="0"/>
              <a:t>Develop an </a:t>
            </a:r>
            <a:r>
              <a:rPr lang="en-IN" b="1" dirty="0"/>
              <a:t>interactive dashboard</a:t>
            </a:r>
            <a:r>
              <a:rPr lang="en-IN" dirty="0"/>
              <a:t> for easier data exploration.</a:t>
            </a:r>
          </a:p>
          <a:p>
            <a:pPr lvl="0"/>
            <a:r>
              <a:rPr lang="en-IN" dirty="0"/>
              <a:t>Include </a:t>
            </a:r>
            <a:r>
              <a:rPr lang="en-IN" b="1" dirty="0"/>
              <a:t>more states, crops, and years</a:t>
            </a:r>
            <a:r>
              <a:rPr lang="en-IN" dirty="0"/>
              <a:t> for better analysis.</a:t>
            </a:r>
          </a:p>
          <a:p>
            <a:pPr lvl="0"/>
            <a:r>
              <a:rPr lang="en-IN" dirty="0"/>
              <a:t>Add </a:t>
            </a:r>
            <a:r>
              <a:rPr lang="en-IN" b="1" dirty="0"/>
              <a:t>real-time weather and agricultural data</a:t>
            </a:r>
            <a:r>
              <a:rPr lang="en-IN" dirty="0"/>
              <a:t>.</a:t>
            </a:r>
          </a:p>
          <a:p>
            <a:pPr lvl="0"/>
            <a:r>
              <a:rPr lang="en-IN" dirty="0"/>
              <a:t>Build a system to help farmers make </a:t>
            </a:r>
            <a:r>
              <a:rPr lang="en-IN" b="1" dirty="0"/>
              <a:t>better crop and resource decisions</a:t>
            </a:r>
            <a:r>
              <a:rPr lang="en-IN" dirty="0"/>
              <a:t>.</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424219" y="364133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CC51318-4864-DA06-449D-42864F5C5485}"/>
              </a:ext>
            </a:extLst>
          </p:cNvPr>
          <p:cNvSpPr txBox="1"/>
          <p:nvPr/>
        </p:nvSpPr>
        <p:spPr>
          <a:xfrm>
            <a:off x="675957" y="1052935"/>
            <a:ext cx="8845420" cy="646331"/>
          </a:xfrm>
          <a:prstGeom prst="rect">
            <a:avLst/>
          </a:prstGeom>
          <a:noFill/>
        </p:spPr>
        <p:txBody>
          <a:bodyPr wrap="square" rtlCol="0">
            <a:spAutoFit/>
          </a:bodyPr>
          <a:lstStyle/>
          <a:p>
            <a:r>
              <a:rPr lang="en-IN"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https://github.com/shivakeshav046-ui/Agriculture-seasonal-perfomance-analysis/tree/main</a:t>
            </a:r>
            <a:endParaRPr lang="en-IN" dirty="0">
              <a:solidFill>
                <a:schemeClr val="tx1">
                  <a:lumMod val="50000"/>
                  <a:lumOff val="50000"/>
                </a:schemeClr>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3FC8DD1-19C3-A218-EFB1-651C65617EFB}"/>
              </a:ext>
            </a:extLst>
          </p:cNvPr>
          <p:cNvPicPr>
            <a:picLocks noChangeAspect="1"/>
          </p:cNvPicPr>
          <p:nvPr/>
        </p:nvPicPr>
        <p:blipFill>
          <a:blip r:embed="rId3"/>
          <a:stretch>
            <a:fillRect/>
          </a:stretch>
        </p:blipFill>
        <p:spPr>
          <a:xfrm>
            <a:off x="675957" y="193040"/>
            <a:ext cx="9059539" cy="641122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3EE7841F-727B-28F1-FBE9-090414B1D861}"/>
              </a:ext>
            </a:extLst>
          </p:cNvPr>
          <p:cNvSpPr txBox="1"/>
          <p:nvPr/>
        </p:nvSpPr>
        <p:spPr>
          <a:xfrm>
            <a:off x="3181739" y="3107094"/>
            <a:ext cx="2797754" cy="646331"/>
          </a:xfrm>
          <a:prstGeom prst="rect">
            <a:avLst/>
          </a:prstGeom>
          <a:noFill/>
        </p:spPr>
        <p:txBody>
          <a:bodyPr wrap="none" rtlCol="0">
            <a:spAutoFit/>
          </a:bodyPr>
          <a:lstStyle/>
          <a:p>
            <a:r>
              <a:rPr lang="en-IN" dirty="0"/>
              <a:t>SHIVA KESHAV THATIPELLI</a:t>
            </a:r>
          </a:p>
          <a:p>
            <a:endParaRPr lang="en-IN" dirty="0"/>
          </a:p>
        </p:txBody>
      </p:sp>
      <p:sp>
        <p:nvSpPr>
          <p:cNvPr id="7" name="TextBox 6">
            <a:extLst>
              <a:ext uri="{FF2B5EF4-FFF2-40B4-BE49-F238E27FC236}">
                <a16:creationId xmlns:a16="http://schemas.microsoft.com/office/drawing/2014/main" id="{D3602B9F-1792-1E2A-B508-0A93661C90A0}"/>
              </a:ext>
            </a:extLst>
          </p:cNvPr>
          <p:cNvSpPr txBox="1"/>
          <p:nvPr/>
        </p:nvSpPr>
        <p:spPr>
          <a:xfrm>
            <a:off x="966736" y="4508176"/>
            <a:ext cx="5583353" cy="369332"/>
          </a:xfrm>
          <a:prstGeom prst="rect">
            <a:avLst/>
          </a:prstGeom>
          <a:noFill/>
        </p:spPr>
        <p:txBody>
          <a:bodyPr wrap="square" rtlCol="0">
            <a:spAutoFit/>
          </a:bodyPr>
          <a:lstStyle/>
          <a:p>
            <a:r>
              <a:rPr lang="en-US" b="1" dirty="0"/>
              <a:t>AICTE STU ID : </a:t>
            </a:r>
            <a:r>
              <a:rPr lang="en-IN" dirty="0"/>
              <a:t>STU69c0042c3ccc21774191660</a:t>
            </a:r>
            <a:endParaRPr lang="en-US" b="1"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1396</TotalTime>
  <Words>457</Words>
  <Application>Microsoft Office PowerPoint</Application>
  <PresentationFormat>Widescreen</PresentationFormat>
  <Paragraphs>53</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Analyzes agricultural performance across different states, crops, and seasons. Studies crop yield, rainfall, temperature, soil moisture, sunlight, water usage, and profit. Cleans the dataset by handling missing values and duplicate records. Uses Python, Pandas, and data visualization for analysis. Identifies patterns, trends, and relationships in agricultural data. Compares seasonal, state-wise, and crop-wise performance. The project focuses on Data Analytics only, with no Machine Learning or dashboard development.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shiva keshav Thatipelly</cp:lastModifiedBy>
  <cp:revision>98</cp:revision>
  <dcterms:created xsi:type="dcterms:W3CDTF">2021-07-11T13:13:15Z</dcterms:created>
  <dcterms:modified xsi:type="dcterms:W3CDTF">2026-09-09T18:59:06Z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